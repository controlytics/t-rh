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0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9A20E7-0E45-4F65-8DA6-3D699EC06CD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96977-1E75-46BE-AC75-1A0B97A9FB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5310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Sign 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Dashboard — 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Dashboard — CWH Block areas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All Instruments — tabular 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Area — alarms in this selection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QC — graphical 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QC — floor plan, full screen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QC Microbiology — floor 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QC 3 — floor 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Module-E — floor 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Module-F — ground floor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Module-F — first floor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Instrument trend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Instrument trend — charts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Alarms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Data Report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Settings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Reports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Instruments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Functional Locations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Audit Trail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595360" y="-2011680"/>
            <a:ext cx="5486400" cy="5486400"/>
          </a:xfrm>
          <a:prstGeom prst="ellipse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FFFF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dirty="0">
                <a:solidFill>
                  <a:srgbClr val="FFFFFF"/>
                </a:solidFill>
                <a:latin typeface="Calibri"/>
              </a:rPr>
              <a:t>T&amp;RH-Monitoring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>
                <a:solidFill>
                  <a:srgbClr val="B8C4D6"/>
                </a:solidFill>
                <a:latin typeface="Calibri"/>
              </a:rPr>
              <a:t>Dashboard screens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B8C4D6"/>
                </a:solidFill>
                <a:latin typeface="Calibri"/>
              </a:rPr>
              <a:t>Controlytics AI Pvt Ltd  ·  21 CFR Part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28600" y="6291072"/>
            <a:ext cx="1065276" cy="365760"/>
          </a:xfrm>
          <a:prstGeom prst="roundRect">
            <a:avLst>
              <a:gd name="adj" fmla="val 50000"/>
            </a:avLst>
          </a:prstGeom>
          <a:solidFill>
            <a:srgbClr val="0F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6291072"/>
            <a:ext cx="7909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Sign 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dashboard-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28600" y="6291072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F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6291072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Dashboard — 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block-are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28600" y="6291072"/>
            <a:ext cx="2802636" cy="365760"/>
          </a:xfrm>
          <a:prstGeom prst="roundRect">
            <a:avLst>
              <a:gd name="adj" fmla="val 50000"/>
            </a:avLst>
          </a:prstGeom>
          <a:solidFill>
            <a:srgbClr val="0F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6291072"/>
            <a:ext cx="252831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Dashboard — CWH Block areas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all-instruments-tabu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28600" y="6291072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0F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6291072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All Instruments — tabular 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area-alarms-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28600" y="6291072"/>
            <a:ext cx="3150108" cy="365760"/>
          </a:xfrm>
          <a:prstGeom prst="roundRect">
            <a:avLst>
              <a:gd name="adj" fmla="val 50000"/>
            </a:avLst>
          </a:prstGeom>
          <a:solidFill>
            <a:srgbClr val="0F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6291072"/>
            <a:ext cx="28757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Area — alarms in this selection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qc-graphi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28600" y="6291072"/>
            <a:ext cx="2107691" cy="365760"/>
          </a:xfrm>
          <a:prstGeom prst="roundRect">
            <a:avLst>
              <a:gd name="adj" fmla="val 50000"/>
            </a:avLst>
          </a:prstGeom>
          <a:solidFill>
            <a:srgbClr val="0F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6291072"/>
            <a:ext cx="183337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QC — graphical 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qc-full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28600" y="6291072"/>
            <a:ext cx="2889504" cy="365760"/>
          </a:xfrm>
          <a:prstGeom prst="roundRect">
            <a:avLst>
              <a:gd name="adj" fmla="val 50000"/>
            </a:avLst>
          </a:prstGeom>
          <a:solidFill>
            <a:srgbClr val="0F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6291072"/>
            <a:ext cx="261518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QC — floor plan, full screen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microbiology-full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28600" y="6291072"/>
            <a:ext cx="2889504" cy="365760"/>
          </a:xfrm>
          <a:prstGeom prst="roundRect">
            <a:avLst>
              <a:gd name="adj" fmla="val 50000"/>
            </a:avLst>
          </a:prstGeom>
          <a:solidFill>
            <a:srgbClr val="0F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6291072"/>
            <a:ext cx="261518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QC Microbiology — floor plan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qc3-full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28600" y="6291072"/>
            <a:ext cx="1933956" cy="365760"/>
          </a:xfrm>
          <a:prstGeom prst="roundRect">
            <a:avLst>
              <a:gd name="adj" fmla="val 50000"/>
            </a:avLst>
          </a:prstGeom>
          <a:solidFill>
            <a:srgbClr val="0F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6291072"/>
            <a:ext cx="165963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QC 3 — floor plan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module-e-full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28600" y="6291072"/>
            <a:ext cx="2281428" cy="365760"/>
          </a:xfrm>
          <a:prstGeom prst="roundRect">
            <a:avLst>
              <a:gd name="adj" fmla="val 50000"/>
            </a:avLst>
          </a:prstGeom>
          <a:solidFill>
            <a:srgbClr val="0F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6291072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Module-E — floor plan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module-f-ground-full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28600" y="6291072"/>
            <a:ext cx="2455164" cy="365760"/>
          </a:xfrm>
          <a:prstGeom prst="roundRect">
            <a:avLst>
              <a:gd name="adj" fmla="val 50000"/>
            </a:avLst>
          </a:prstGeom>
          <a:solidFill>
            <a:srgbClr val="0F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6291072"/>
            <a:ext cx="218084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Module-F — ground floor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module-f-first-full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28600" y="6291072"/>
            <a:ext cx="2368296" cy="365760"/>
          </a:xfrm>
          <a:prstGeom prst="roundRect">
            <a:avLst>
              <a:gd name="adj" fmla="val 50000"/>
            </a:avLst>
          </a:prstGeom>
          <a:solidFill>
            <a:srgbClr val="0F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6291072"/>
            <a:ext cx="20939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Module-F — first floor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trend-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28600" y="6291072"/>
            <a:ext cx="1847088" cy="365760"/>
          </a:xfrm>
          <a:prstGeom prst="roundRect">
            <a:avLst>
              <a:gd name="adj" fmla="val 50000"/>
            </a:avLst>
          </a:prstGeom>
          <a:solidFill>
            <a:srgbClr val="0F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6291072"/>
            <a:ext cx="157276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Instrument trend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trend-cha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28600" y="6291072"/>
            <a:ext cx="2628900" cy="365760"/>
          </a:xfrm>
          <a:prstGeom prst="roundRect">
            <a:avLst>
              <a:gd name="adj" fmla="val 50000"/>
            </a:avLst>
          </a:prstGeom>
          <a:solidFill>
            <a:srgbClr val="0F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6291072"/>
            <a:ext cx="23545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Instrument trend — charts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alar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28600" y="6291072"/>
            <a:ext cx="978408" cy="365760"/>
          </a:xfrm>
          <a:prstGeom prst="roundRect">
            <a:avLst>
              <a:gd name="adj" fmla="val 50000"/>
            </a:avLst>
          </a:prstGeom>
          <a:solidFill>
            <a:srgbClr val="0F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6291072"/>
            <a:ext cx="7040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Alarms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data-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28600" y="6291072"/>
            <a:ext cx="1412748" cy="365760"/>
          </a:xfrm>
          <a:prstGeom prst="roundRect">
            <a:avLst>
              <a:gd name="adj" fmla="val 50000"/>
            </a:avLst>
          </a:prstGeom>
          <a:solidFill>
            <a:srgbClr val="0F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6291072"/>
            <a:ext cx="113842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Data Report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28600" y="6291072"/>
            <a:ext cx="1152144" cy="365760"/>
          </a:xfrm>
          <a:prstGeom prst="roundRect">
            <a:avLst>
              <a:gd name="adj" fmla="val 50000"/>
            </a:avLst>
          </a:prstGeom>
          <a:solidFill>
            <a:srgbClr val="0F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6291072"/>
            <a:ext cx="87782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Settings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repo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28600" y="6291072"/>
            <a:ext cx="1065276" cy="365760"/>
          </a:xfrm>
          <a:prstGeom prst="roundRect">
            <a:avLst>
              <a:gd name="adj" fmla="val 50000"/>
            </a:avLst>
          </a:prstGeom>
          <a:solidFill>
            <a:srgbClr val="0F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6291072"/>
            <a:ext cx="7909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Reports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instru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28600" y="6291072"/>
            <a:ext cx="1412748" cy="365760"/>
          </a:xfrm>
          <a:prstGeom prst="roundRect">
            <a:avLst>
              <a:gd name="adj" fmla="val 50000"/>
            </a:avLst>
          </a:prstGeom>
          <a:solidFill>
            <a:srgbClr val="0F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6291072"/>
            <a:ext cx="113842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Instruments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-functional-loc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28600" y="6291072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F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6291072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Functional Locations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2-audit-tr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28600" y="6291072"/>
            <a:ext cx="1412748" cy="365760"/>
          </a:xfrm>
          <a:prstGeom prst="roundRect">
            <a:avLst>
              <a:gd name="adj" fmla="val 50000"/>
            </a:avLst>
          </a:prstGeom>
          <a:solidFill>
            <a:srgbClr val="0F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6291072"/>
            <a:ext cx="113842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Audit Trail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595360" y="-2011680"/>
            <a:ext cx="5486400" cy="5486400"/>
          </a:xfrm>
          <a:prstGeom prst="ellipse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11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5B9CF0"/>
                </a:solidFill>
                <a:latin typeface="Calibri"/>
              </a:rPr>
              <a:t>controlytics.ai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159</Words>
  <Application>Microsoft Office PowerPoint</Application>
  <PresentationFormat>Widescreen</PresentationFormat>
  <Paragraphs>47</Paragraphs>
  <Slides>23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Siva Naga Sai Munnangi</cp:lastModifiedBy>
  <cp:revision>2</cp:revision>
  <dcterms:created xsi:type="dcterms:W3CDTF">2013-01-27T09:14:16Z</dcterms:created>
  <dcterms:modified xsi:type="dcterms:W3CDTF">2026-10-03T13:53:46Z</dcterms:modified>
  <cp:category/>
</cp:coreProperties>
</file>