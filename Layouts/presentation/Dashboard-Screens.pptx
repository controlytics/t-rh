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Dashboard — 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Dashboard — CWH Block 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Instruments — tabular 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Area — alarms in this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QC — graphical 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QC — floor plan, full screen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QC Microbiology — floor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QC 3 — floor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Module-E — floor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Module-F — ground floor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Module-F — first floor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— floor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 trend — charts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Locations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 Trail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T&amp;RH-Monitoring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B8C4D6"/>
                </a:solidFill>
                <a:latin typeface="Calibri"/>
              </a:rPr>
              <a:t>Dashboard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C4D6"/>
                </a:solidFill>
                <a:latin typeface="Calibri"/>
              </a:rPr>
              <a:t>Controlytics AI Pvt Ltd  ·  21 CFR Part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06527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7909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Sign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-dash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Dashboard —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block-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80263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5283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Dashboard — CWH Block areas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all-instruments-tab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All Instruments — tabular 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-area-alarms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315010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8757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Area — alarms in this selection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6-qc-graph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107691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83337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QC — graphical 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-qc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615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QC — floor plan, full screen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-microbiology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889504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6151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QC Microbiology — floor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9-qc3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6596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QC 3 — floor 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-module-e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28142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0071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Module-E — floor 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-module-f-ground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455164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1808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Module-F — ground floor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2-module-f-first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Module-F — first floor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-stability-full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Stability — floor 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4-trend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84708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Instrument trend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-trend-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628900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23545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Instrument trend — charts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6-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97840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Alarms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7-data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41274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1384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Data Report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8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152144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877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Settings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9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065276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7909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-instr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41274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1384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Instruments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-functional-lo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Functional Locations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2-audit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412748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1384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3-config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28600" y="6291072"/>
            <a:ext cx="1586484" cy="365760"/>
          </a:xfrm>
          <a:prstGeom prst="roundRect">
            <a:avLst>
              <a:gd name="adj" fmla="val 50000"/>
            </a:avLst>
          </a:prstGeom>
          <a:solidFill>
            <a:srgbClr val="0F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291072"/>
            <a:ext cx="13121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5B9CF0"/>
                </a:solidFill>
                <a:latin typeface="Calibri"/>
              </a:rPr>
              <a:t>controlytics.ai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